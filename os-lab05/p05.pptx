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4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4E660-4B54-48EB-81A5-36A3FC4BEA84}" type="datetimeFigureOut">
              <a:rPr lang="ru-RU" smtClean="0"/>
              <a:t>01.03.2019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4FBFB-D1B6-424C-81AC-7ABCD88C6C2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87624" y="1196752"/>
            <a:ext cx="1728192" cy="5040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691680" y="692696"/>
            <a:ext cx="58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ВАП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87624" y="5373216"/>
            <a:ext cx="172819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87624" y="4437112"/>
            <a:ext cx="1728192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00192" y="1196752"/>
            <a:ext cx="1728192" cy="5040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804248" y="692696"/>
            <a:ext cx="58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ВАП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300192" y="4293096"/>
            <a:ext cx="172819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CODE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00192" y="3356992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635896" y="2564904"/>
            <a:ext cx="1728192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4139952" y="198884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RAM</a:t>
            </a:r>
            <a:endParaRPr lang="ru-RU" dirty="0"/>
          </a:p>
        </p:txBody>
      </p:sp>
      <p:cxnSp>
        <p:nvCxnSpPr>
          <p:cNvPr id="16" name="Прямая со стрелкой 15"/>
          <p:cNvCxnSpPr>
            <a:stCxn id="7" idx="3"/>
          </p:cNvCxnSpPr>
          <p:nvPr/>
        </p:nvCxnSpPr>
        <p:spPr>
          <a:xfrm flipV="1">
            <a:off x="2915816" y="4437112"/>
            <a:ext cx="648072" cy="396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2915816" y="5085184"/>
            <a:ext cx="648072" cy="396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5364088" y="2708920"/>
            <a:ext cx="936104" cy="9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 flipV="1">
            <a:off x="5364088" y="3140968"/>
            <a:ext cx="936104" cy="14041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3635896" y="3356992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 BLOCK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187624" y="2420888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 BLOCK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6300192" y="5373216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 BLOCK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8" name="Прямая со стрелкой 27"/>
          <p:cNvCxnSpPr>
            <a:endCxn id="24" idx="3"/>
          </p:cNvCxnSpPr>
          <p:nvPr/>
        </p:nvCxnSpPr>
        <p:spPr>
          <a:xfrm flipH="1" flipV="1">
            <a:off x="5364088" y="3609020"/>
            <a:ext cx="936104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endCxn id="24" idx="1"/>
          </p:cNvCxnSpPr>
          <p:nvPr/>
        </p:nvCxnSpPr>
        <p:spPr>
          <a:xfrm>
            <a:off x="2915816" y="2672916"/>
            <a:ext cx="72008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683568" y="292494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79512" y="278092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endParaRPr lang="ru-RU" dirty="0"/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8028384" y="587727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16416" y="5661248"/>
            <a:ext cx="746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myptr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63888" y="4581128"/>
            <a:ext cx="1728192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DataSize</a:t>
            </a:r>
            <a:r>
              <a:rPr lang="en-US" dirty="0" smtClean="0">
                <a:solidFill>
                  <a:schemeClr val="tx1"/>
                </a:solidFill>
              </a:rPr>
              <a:t>(4B)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563888" y="4077072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Data[0] (1B)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563888" y="3573016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Data[1] (1B)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563888" y="3068960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Data[2] (1B)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63888" y="2564904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Data[3] (1B)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63888" y="908720"/>
            <a:ext cx="172819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Data[4091] (1B)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42</Words>
  <Application>Microsoft Office PowerPoint</Application>
  <PresentationFormat>Экран (4:3)</PresentationFormat>
  <Paragraphs>18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Презентация PowerPoint</vt:lpstr>
      <vt:lpstr>Презентация PowerPoint</vt:lpstr>
    </vt:vector>
  </TitlesOfParts>
  <Company>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kea</dc:creator>
  <cp:lastModifiedBy>Alexey V. Liniov</cp:lastModifiedBy>
  <cp:revision>13</cp:revision>
  <dcterms:created xsi:type="dcterms:W3CDTF">2019-02-25T08:04:43Z</dcterms:created>
  <dcterms:modified xsi:type="dcterms:W3CDTF">2019-03-01T05:20:18Z</dcterms:modified>
</cp:coreProperties>
</file>